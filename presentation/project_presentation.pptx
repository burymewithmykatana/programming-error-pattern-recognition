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6070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800" b="1">
                <a:solidFill>
                  <a:srgbClr val="0F172A"/>
                </a:solidFill>
                <a:latin typeface="Aptos"/>
              </a:defRPr>
            </a:pPr>
            <a:r>
              <a:t>Programming Error Pattern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92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0">
                <a:solidFill>
                  <a:srgbClr val="0D9488"/>
                </a:solidFill>
                <a:latin typeface="Aptos"/>
              </a:defRPr>
            </a:pPr>
            <a:r>
              <a:t>Pattern recognition project: prototype, real-data validation, and BIFI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57600"/>
            <a:ext cx="93268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Aptos"/>
              </a:defRPr>
            </a:pPr>
            <a:r>
              <a:t>Goal: help instructors identify recurring programming mistakes without replacing human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Project goal and PR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Input: a Python code submission.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Output: an error-pattern label or a correct-solution label.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Pattern recognition task: represent source code, train classifiers, evaluate generalization.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Practical value: summarize recurring mistakes and support instructor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Can source-code representations recognize recurring programming-error patterns?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Does a model trained on generated labels transfer to real submissions?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What does a successful research model require beyond this project setup?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System built in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Reusable Python package with data loading, preprocessing, features, training and evaluation modules.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Command-line scripts for dataset preparation, training, evaluation and prediction.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Two model paths: TF-IDF + Linear SVM and CodeBERT sequence classification.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Instructor-facing Streamlit dashboard for pasted code, sample examples and CSV upload.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Datasets and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Synthetic prototype: 976 unique balanced Python snippets across eight labels.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Eight-label taxonomy: correct, syntax, variable misuse, loop logic, conditional logic, function definition, data-structure misuse and algorithmic inefficiency.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CodeContests validation: real Python submissions using official problem splits.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Real-data labels are limited to accepted solutions and AST-confirmed syntax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Data integrity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Normalize each code sample, hash it and remove duplicates.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Reject any experiment where train and test fingerprints overlap.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Use a deterministic stratified split for the synthetic data.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Use the official CodeContests problem split to reduce problem-level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Model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SVM baseline: tokenized code, unigram/bigram TF-IDF features and LinearSVC.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CodeBERT: microsoft/codebert-base with a sequence-classification head.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CodeBERT settings: max length 256, batch size 8, gradient accumulation, early stopping and seed 42.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The full real-data CodeBERT target was resource-heavy, so a reduced CodeContests run is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Measured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0D9488"/>
                </a:solidFill>
                <a:latin typeface="Aptos"/>
              </a:defRPr>
            </a:pPr>
            <a:r>
              <a:t>Macro F1 is the main metric because the real test set is imbalanced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38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3931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Synthetic 8-class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CodeBERT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Synthetic 8-class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CodeContests 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19,999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CodeBERT reduced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CodeContests 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ll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11880"/>
            <a:ext cx="9418320" cy="5023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What the real-data results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The CodeContests test set contains 2,000 correct solutions and only 59 syntax errors.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SVM: 18/59 syntax errors found; syntax precision 0.03 and recall 0.31.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Reduced CodeBERT: 51/59 syntax errors found; syntax precision 0.07 and recall 0.86.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CodeBERT improves recall, but many correct programs are incorrectly flagged.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The achievement is an honest validation boundary, not a claim of deployment-ready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Confusion matrices</a:t>
            </a:r>
          </a:p>
        </p:txBody>
      </p:sp>
      <p:pic>
        <p:nvPicPr>
          <p:cNvPr id="3" name="Picture 2" descr="synthetic_svm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3794760" cy="2846070"/>
          </a:xfrm>
          <a:prstGeom prst="rect">
            <a:avLst/>
          </a:prstGeom>
        </p:spPr>
      </p:pic>
      <p:pic>
        <p:nvPicPr>
          <p:cNvPr id="4" name="Picture 3" descr="codecontests_svm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43000"/>
            <a:ext cx="3794760" cy="2846070"/>
          </a:xfrm>
          <a:prstGeom prst="rect">
            <a:avLst/>
          </a:prstGeom>
        </p:spPr>
      </p:pic>
      <p:pic>
        <p:nvPicPr>
          <p:cNvPr id="5" name="Picture 4" descr="codecontests_codebert_reduced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43000"/>
            <a:ext cx="3794760" cy="2846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Aptos"/>
              </a:defRPr>
            </a:pPr>
            <a:r>
              <a:t>Synthetic SVM is strong on template-like labels. Real-data models expose the minority-class problem clearly.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Successful external study: BIFI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Break-It-Fix-It (Yasunaga and Liang, ICML 2021) is a program-repair model, not a classifier.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It uses a parser/compiler-style critic to verify whether generated code is valid.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Reported results: 90.5% repair accuracy on GitHub-Python AST parse errors and 71.7% on DeepFix C.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It directly addresses our key limitation: synthetic errors often do not match real human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Our system compared with BIFI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248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This project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BIFI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Error-pattern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Syntax/compile error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Training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Labels from generated data and AST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Parser/compiler critic plus generated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End-to-end PR pipeline and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High repair accuracy with real-error adaptation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Labeled examples and class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Large corpora, critic, more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Low precision on real syntax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Does not solve semantic bugs without stronger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D97706"/>
                </a:solidFill>
                <a:latin typeface="Aptos"/>
              </a:defRPr>
            </a:pPr>
            <a:r>
              <a:t>Future direction: use parser and unit-test feedback to move from static labels toward verified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Project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Built a reproducible package, scripts, tests, experiment artifacts and dashboard.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Measured a strong synthetic baseline: SVM Macro F1 0.903 on eight labels.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Ran real external validation on CodeContests instead of relying only on generated data.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Showed that CodeBERT can improve syntax-error recall, but not precision under imbalance.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Added a research comparison explaining what a successful model needs.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Synthetic eight-class labels demonstrate feasibility but not classroom generalization.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CodeContests is competitive-programming data, not a classroom dataset.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Real semantic labels are unavailable; parseable incorrect submissions are excluded.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The current task is single-label, while real code can contain multiple errors.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A reliable production model needs expert annotation or test-based behavioral labels.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The project achieved a complete PR workflow for programming-error pattern recognition.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The synthetic task shows the pipeline can learn the proposed taxonomy.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The real-data task shows why accuracy alone is misleading under severe imbalance.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BIFI shows the next step: combine large data with parser/compiler or test feedback.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Yasunaga and Liang, Break-It-Fix-It: Unsupervised Learning for Program Repair, ICML 2021.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Yasunaga and Liang, Graph-based, Self-Supervised Program Repair from Diagnostic Feedback, ICML 2020.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DeepMind CodeContests dataset for real competitive-programming submissions.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Microsoft CodeBERT for transformer-based source-code representation.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