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1F5F9"/>
                </a:solidFill>
                <a:latin typeface="Aptos Display"/>
              </a:defRPr>
            </a:pPr>
            <a:r>
              <a:t>Programming Error Pattern Recognition</a:t>
            </a:r>
          </a:p>
          <a:p>
            <a:pPr algn="ctr">
              <a:defRPr sz="2000">
                <a:solidFill>
                  <a:srgbClr val="22D3EE"/>
                </a:solidFill>
              </a:defRPr>
            </a:pPr>
            <a:r>
              <a:t>A dual synthetic and real-data evaluation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 Display"/>
              </a:defRPr>
            </a:pPr>
            <a:r>
              <a:t>Why this problem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Programming courses receive many submissions with recurring mistakes.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Automated triage can help instructors prioritize review and feedback.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The model supports human review; it does not replace an instructor.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 Display"/>
              </a:defRPr>
            </a:pPr>
            <a: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Can source-code representations identify recurring error patterns?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How does a prototype trained on generated labels behave on real submissions?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What claims remain valid when real semantic labels are unavailable?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 Display"/>
              </a:defRPr>
            </a:pPr>
            <a:r>
              <a:t>Eight-label prototype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Correct solution • syntax error • variable misuse • loop logic error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Conditional logic error • function definition error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Data-structure misuse • algorithmic inefficiency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Current formulation assigns one dominant label per submission.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 Display"/>
              </a:defRPr>
            </a:pPr>
            <a:r>
              <a:t>Two datasets, two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Synthetic: 976 unique, balanced examples across eight prototype labels.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CodeContests: real competitive-programming submissions.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Real labels are limited to accepted solution vs AST-confirmed syntax error.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Parseable incorrect code is excluded instead of receiving invented labels.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 Display"/>
              </a:defRPr>
            </a:pPr>
            <a:r>
              <a:t>Leakage-safe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Normalize line endings and outer whitespace; hash each code sample.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Remove within-split duplicates and reject train/test overlap.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Use stratified synthetic split and official CodeContests problem splits.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Persist configuration, predictions, timings, metrics and confusion matrices.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 Display"/>
              </a:defRPr>
            </a:pPr>
            <a:r>
              <a:t>Baseline: TF-IDF + Linear SVM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Normalize Python code tokens and identifiers.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Extract unigram and bigram TF-IDF features.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Train a fast, reproducible LinearSVC classifier.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Limitation: lexical features do not directly execute or reason about code.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 Display"/>
              </a:defRPr>
            </a:pPr>
            <a:r>
              <a:t>Deep model: CodeBERT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microsoft/codebert-base with a sequence-classification head.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Maximum length 256; batch size 8; gradient accumulation.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Mixed precision on CUDA, early stopping and fixed random seed.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Executed in Colab; metrics are reported only after a completed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 Display"/>
              </a:defRPr>
            </a:pPr>
            <a:r>
              <a:t>Experimental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Synthetic: 732 training and 244 unseen test examples.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CodeContests: 19,999 training and 2,059 official test examples.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Primary metric: Macro F1; accuracy is secondary under imbalance.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Four planned runs: SVM and CodeBERT on both datasets.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 Display"/>
              </a:defRPr>
            </a:pPr>
            <a:r>
              <a:t>Measured SVM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5156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2D3EE"/>
                </a:solidFill>
                <a:latin typeface="Aptos"/>
              </a:defRPr>
            </a:pPr>
            <a:r>
              <a:t>No estimated or placeholder model scores</a:t>
            </a:r>
          </a:p>
        </p:txBody>
      </p:sp>
      <p:pic>
        <p:nvPicPr>
          <p:cNvPr id="4" name="Picture 3" descr="svm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669280" cy="31889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1600200"/>
            <a:ext cx="493776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Synthetic: accuracy 0.898; Macro F1 0.903.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CodeContests: accuracy 0.705; Macro F1 0.440.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Real test imbalance: 2,000 correct vs 59 syntax-error samples.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Accuracy overstates minority-class performance.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 Display"/>
              </a:defRPr>
            </a:pPr>
            <a:r>
              <a:t>Confusion matrices and dashboard</a:t>
            </a:r>
          </a:p>
        </p:txBody>
      </p:sp>
      <p:pic>
        <p:nvPicPr>
          <p:cNvPr id="3" name="Picture 2" descr="synthetic_svm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212080" cy="4095206"/>
          </a:xfrm>
          <a:prstGeom prst="rect">
            <a:avLst/>
          </a:prstGeom>
        </p:spPr>
      </p:pic>
      <p:pic>
        <p:nvPicPr>
          <p:cNvPr id="4" name="Picture 3" descr="codecontests_svm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234440"/>
            <a:ext cx="5212080" cy="40952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2D3EE"/>
                </a:solidFill>
              </a:defRPr>
            </a:pPr>
            <a:r>
              <a:t>Dashboard supports pasted code, prepared examples, CSV upload and model selection.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 Display"/>
              </a:defRPr>
            </a:pPr>
            <a:r>
              <a:t>Conclusion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The end-to-end pipeline is reproducible and leakage-aware.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Strong synthetic performance demonstrates feasibility, not classroom validity.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Real validation exposes severe imbalance and weak syntax-error precision.</a:t>
            </a:r>
          </a:p>
          <a:p>
            <a:pPr>
              <a:spcAft>
                <a:spcPts val="1700"/>
              </a:spcAft>
              <a:defRPr sz="2100">
                <a:solidFill>
                  <a:srgbClr val="F1F5F9"/>
                </a:solidFill>
                <a:latin typeface="Aptos"/>
              </a:defRPr>
            </a:pPr>
            <a:r>
              <a:t>Next: finish Colab runs and collect expert-annotated student submissions.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